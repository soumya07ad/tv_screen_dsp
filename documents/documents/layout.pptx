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80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98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16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78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61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8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50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65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0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54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31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F316B-89E7-4777-B1DE-29BC231A2C0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BA544-622C-4B42-A5DF-64D91883D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11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20370" y="1310184"/>
            <a:ext cx="5076968" cy="3698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70497" y="1733266"/>
            <a:ext cx="982638" cy="586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Opam</a:t>
            </a:r>
            <a:r>
              <a:rPr lang="en-GB" dirty="0" smtClean="0"/>
              <a:t> IC 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138985" y="3370997"/>
            <a:ext cx="1196455" cy="120100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ESP32 C3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196923" y="4462817"/>
            <a:ext cx="432176" cy="4094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BT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115403" y="477672"/>
            <a:ext cx="514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PCB layout 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2872854" y="2552131"/>
            <a:ext cx="982638" cy="586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Opam</a:t>
            </a:r>
            <a:r>
              <a:rPr lang="en-GB" dirty="0" smtClean="0"/>
              <a:t> IC 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3976054" y="1787857"/>
            <a:ext cx="982638" cy="586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Opam</a:t>
            </a:r>
            <a:r>
              <a:rPr lang="en-GB" dirty="0" smtClean="0"/>
              <a:t> IC 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4176216" y="2572603"/>
            <a:ext cx="982638" cy="586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Opam</a:t>
            </a:r>
            <a:r>
              <a:rPr lang="en-GB" dirty="0" smtClean="0"/>
              <a:t> IC 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6223381" y="1507656"/>
            <a:ext cx="1405718" cy="212989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Sensors Bus 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4958692" y="3971498"/>
            <a:ext cx="1264689" cy="696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Ldo</a:t>
            </a:r>
            <a:r>
              <a:rPr lang="en-GB" dirty="0"/>
              <a:t> </a:t>
            </a:r>
            <a:r>
              <a:rPr lang="en-GB" dirty="0" smtClean="0"/>
              <a:t>3.3V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5158854" y="1507656"/>
            <a:ext cx="846161" cy="519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HALL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04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Web Server Interface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82639" y="1378424"/>
            <a:ext cx="10371161" cy="49404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869743" y="2606721"/>
            <a:ext cx="4312693" cy="328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Pre-Process data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564573" y="2606722"/>
            <a:ext cx="4380931" cy="328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Cracked score 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982639" y="1378424"/>
            <a:ext cx="1774208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WiFi</a:t>
            </a:r>
            <a:r>
              <a:rPr lang="en-GB" dirty="0" smtClean="0"/>
              <a:t> Connect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756847" y="1378424"/>
            <a:ext cx="887104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Fs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3643951" y="1378424"/>
            <a:ext cx="887104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Sp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531055" y="1378424"/>
            <a:ext cx="887104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Data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5418159" y="1404085"/>
            <a:ext cx="887104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6305263" y="1378424"/>
            <a:ext cx="887104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192367" y="1378424"/>
            <a:ext cx="887104" cy="312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8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30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Web Server Interface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2026-01-28T11:20:45Z</dcterms:created>
  <dcterms:modified xsi:type="dcterms:W3CDTF">2026-01-28T12:29:36Z</dcterms:modified>
</cp:coreProperties>
</file>